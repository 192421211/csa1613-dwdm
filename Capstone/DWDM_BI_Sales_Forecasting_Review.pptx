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3A29F-F7F0-435F-8D15-D65D9F3A52C0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76CCE-2929-45B9-9B8A-8BCFC5FE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1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D14FD-9C7B-F586-6B51-10BF5E69B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68068-3C19-902A-1975-9F50A338C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1EEC6-5BE5-DE7F-A252-040EB3A9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0DF6B-90C2-C19A-A4E8-48AA09CC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0E29F-4BA4-6110-5F8A-60F2E37A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39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DC6A-3F57-385C-155C-F88429C3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27F6B-CEBF-E599-D13D-F81DB236B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EB5A-53CD-F1AA-66D7-D1C20A8C6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431AB-8BF7-BC31-0BA8-C44DE584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DEA29-04D7-37DA-4DA5-1F7BCF72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7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CEC1-FAF3-CCC7-7592-7E1E67FAE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7DB4C-69C0-B26D-850F-1A10ACDE0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D9221-96CE-F368-11BC-F19519041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89F91-870F-0EE1-4760-806B38B77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D1408-24D4-3B98-0BB6-70061512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23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64397-1375-8FB9-29DF-B032B693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A5E60-F6ED-EC02-BE20-0000E2939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5110C-AC4A-12D8-A60E-5A1895D5D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54A52-CF31-EA80-4CC7-775AACDC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7F661-1C97-8620-8CB3-990B2105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6F1A4-D189-D801-0E2A-86D41D89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53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18320-A282-07FD-106B-365DC8CCA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1814D-5645-95F0-FCDB-0B93350C9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546FA-0770-2B7E-DB04-93A4346AE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20BF8B-A5FF-ADCF-1E4E-E5E485A4A5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A3690-EF49-DD75-33D0-1C5BFCC7A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D3D893-5EC0-F2ED-3AAE-36D46013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407B9-01F9-62C9-E4AD-31C3FF61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DD95C-9B68-E3E6-0B8C-7593970C3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02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507C-9313-FCB7-17CF-EED88BE6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27F30-2009-F1E9-4FB6-B5B0EC674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5DB5C-3577-8CFB-167D-F64558CBD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32C10-787B-C3E7-9D22-47FE3CC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31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BA1D9-31FF-C749-3408-C7CEBDB8C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3E941-9E6D-5B8C-7773-E81F57FD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FA818-0A0D-7E2B-AF89-A54DE2B9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59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4BDF-758D-4CC4-FF8D-126EB2D1A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DE4CE-6B96-238B-4BD2-0C2A6496A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7149F-E64D-7351-2821-2C57C700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1EF66-AC7D-7BE3-6EE1-F4750C1A0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1D01E-0F51-F5F8-8EFC-6C97B27C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D065E-3182-5D54-FC37-C6617B630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608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AAFE-F3B7-D0A5-6AE1-B4D821DE4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96585-2CE5-2F86-F03D-7B2869805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DAF28-11E2-C9AF-4580-5BCF133DF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CD10C-5D8A-38CC-2BDC-A153F3B9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5AA5D-E401-B64D-504A-8A237856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A1872-2280-1EBC-43FD-FDB6DCA8F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1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D407-485D-0326-4799-A9A0AF4EA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91252D-5127-8798-41FE-3E12FA8AA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DCE55-14DD-0451-8CFF-8B6E485C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65E72-C26C-8DA0-7561-9C28BC492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6AE6-D7FF-DD02-FD9B-B2046BAA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698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A34F2-2C37-DDCB-B5D9-07D2B82A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18727-C946-D897-1786-783068AA1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BF920-75AE-4BEC-E24D-CD17C6B36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76375-A325-23DF-BEA9-74142034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928AC-3AD1-21FF-70FC-62F8D634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37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78B876-2D41-F7B0-70D2-DAA8FA794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D466F-D468-BF1C-E289-013AC832D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B7704-ABE4-0B9D-0609-B3273DAB8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49733-86A0-4240-B846-1280DBC3875D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D0491-0AC0-1232-F048-95D8B6F27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694F8-7D96-6DFB-03F0-25D1B9FCB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82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4" y="315294"/>
            <a:ext cx="9143997" cy="9369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2890" y="1500000"/>
            <a:ext cx="1018622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0000"/>
                </a:solidFill>
                <a:latin typeface="Times New Roman"/>
                <a:cs typeface="Times New Roman"/>
              </a:rPr>
              <a:t>Business Intelligence Platform for Sales Forecasting and Cross-Selling Analysis</a:t>
            </a:r>
          </a:p>
          <a:p>
            <a:pPr algn="ctr">
              <a:spcBef>
                <a:spcPts val="600"/>
              </a:spcBef>
            </a:pPr>
            <a:r>
              <a:rPr sz="2400" b="1" i="0">
                <a:solidFill>
                  <a:srgbClr val="C00000"/>
                </a:solidFill>
                <a:latin typeface="Times New Roman"/>
                <a:cs typeface="Times New Roman"/>
              </a:rPr>
              <a:t>Using OLAP, Predictive Analytics and Frequent Pattern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7171" y="3750000"/>
            <a:ext cx="10232571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000000"/>
                </a:solidFill>
                <a:latin typeface="Times New Roman"/>
                <a:cs typeface="Times New Roman"/>
              </a:rPr>
              <a:t>NAME OF THE STUDENT: </a:t>
            </a: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Deepika.N</a:t>
            </a:r>
          </a:p>
          <a:p>
            <a:r>
              <a:rPr sz="2200" b="1" i="0">
                <a:solidFill>
                  <a:srgbClr val="000000"/>
                </a:solidFill>
                <a:latin typeface="Times New Roman"/>
                <a:cs typeface="Times New Roman"/>
              </a:rPr>
              <a:t>REGISTER NO: </a:t>
            </a: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192421233</a:t>
            </a:r>
          </a:p>
          <a:p>
            <a:pPr algn="ctr">
              <a:spcBef>
                <a:spcPts val="1000"/>
              </a:spcBef>
            </a:pPr>
            <a:r>
              <a:rPr sz="2200" b="1" i="0">
                <a:solidFill>
                  <a:srgbClr val="000000"/>
                </a:solidFill>
                <a:latin typeface="Times New Roman"/>
                <a:cs typeface="Times New Roman"/>
              </a:rPr>
              <a:t>DATA WAREHOUSING AND DATA MINING</a:t>
            </a:r>
          </a:p>
          <a:p>
            <a:pPr algn="ctr"/>
            <a:r>
              <a:rPr sz="2000" b="1" i="0">
                <a:solidFill>
                  <a:srgbClr val="000000"/>
                </a:solidFill>
                <a:latin typeface="Times New Roman"/>
                <a:cs typeface="Times New Roman"/>
              </a:rPr>
              <a:t>Course Faculty : </a:t>
            </a:r>
            <a:r>
              <a:rPr sz="2000" b="0" i="0">
                <a:solidFill>
                  <a:srgbClr val="000000"/>
                </a:solidFill>
                <a:latin typeface="Times New Roman"/>
                <a:cs typeface="Times New Roman"/>
              </a:rPr>
              <a:t>[Faculty Name], Professor, SIMATS Engineering, SIMATS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426" y="1450000"/>
            <a:ext cx="1083514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  <a:cs typeface="Times New Roman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250000"/>
            <a:ext cx="10192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This project presents a Business Intelligence platform that turns raw retail sales data into actionable business decisions.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Data is collected, cleaned and loaded into a star-schema data warehouse using an ETL process.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OLAP operations analyse sales by time, product and region, while predictive models forecast future sales.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Frequent pattern mining (Apriori / FP-Growth) finds products bought together to support cross-selling.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426" y="1450000"/>
            <a:ext cx="1083514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250000"/>
            <a:ext cx="10192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Sales data is scattered across sources and is often inconsistent or incomplete.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Manual reports make it hard to explore sales by time, product and region.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Poor demand forecasting leads to overstocking, stock-outs and lost revenue.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Hidden buying patterns are unused, so cross-selling opportunities are missed.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A unified BI platform is needed for integrated, analytical and predictive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426" y="1450000"/>
            <a:ext cx="1083514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  <a:cs typeface="Times New Roman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250000"/>
            <a:ext cx="10192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Build an integrated data warehouse by collecting, cleaning and transforming sales data.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Analyse sales from multiple perspectives using OLAP and dashboards.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Forecast future sales using predictive analytics.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Discover frequent itemsets and association rules for cross-selling.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Support data-driven decisions to increase revenue and reduce stock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426" y="1450000"/>
            <a:ext cx="1083514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  <a:cs typeface="Times New Roman"/>
              </a:rP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1000" y="2250000"/>
            <a:ext cx="5100000" cy="17500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1000" y="2705000"/>
            <a:ext cx="840000" cy="840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1000" y="2400000"/>
            <a:ext cx="3700000" cy="1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MODULE 1</a:t>
            </a:r>
          </a:p>
          <a:p>
            <a:r>
              <a:rPr sz="2000" b="1" i="0">
                <a:solidFill>
                  <a:srgbClr val="000000"/>
                </a:solidFill>
                <a:latin typeface="Times New Roman"/>
                <a:cs typeface="Times New Roman"/>
              </a:rPr>
              <a:t>Data Collection, Cleaning &amp; Data Warehousing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1000" y="2250000"/>
            <a:ext cx="5100000" cy="17500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21000" y="2705000"/>
            <a:ext cx="840000" cy="840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1000" y="2400000"/>
            <a:ext cx="3700000" cy="1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MODULE 2</a:t>
            </a:r>
          </a:p>
          <a:p>
            <a:r>
              <a:rPr sz="2000" b="1" i="0">
                <a:solidFill>
                  <a:srgbClr val="000000"/>
                </a:solidFill>
                <a:latin typeface="Times New Roman"/>
                <a:cs typeface="Times New Roman"/>
              </a:rPr>
              <a:t>Sales Analysis &amp; Business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000" y="4350000"/>
            <a:ext cx="5100000" cy="17500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71000" y="4805000"/>
            <a:ext cx="840000" cy="840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1000" y="4500000"/>
            <a:ext cx="3700000" cy="1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MODULE 3</a:t>
            </a:r>
          </a:p>
          <a:p>
            <a:r>
              <a:rPr sz="2000" b="1" i="0">
                <a:solidFill>
                  <a:srgbClr val="000000"/>
                </a:solidFill>
                <a:latin typeface="Times New Roman"/>
                <a:cs typeface="Times New Roman"/>
              </a:rPr>
              <a:t>Sales Forecasting and Prediction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1000" y="4350000"/>
            <a:ext cx="5100000" cy="17500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21000" y="4805000"/>
            <a:ext cx="840000" cy="840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1000" y="4500000"/>
            <a:ext cx="3700000" cy="1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MODULE 4</a:t>
            </a:r>
          </a:p>
          <a:p>
            <a:r>
              <a:rPr sz="2000" b="1" i="0">
                <a:solidFill>
                  <a:srgbClr val="000000"/>
                </a:solidFill>
                <a:latin typeface="Times New Roman"/>
                <a:cs typeface="Times New Roman"/>
              </a:rPr>
              <a:t>Cross-Selling and Association Rule Mining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050000" y="2000000"/>
            <a:ext cx="3500000" cy="3500000"/>
          </a:xfrm>
          <a:prstGeom prst="ellipse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000" y="2925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7120" y="2700000"/>
            <a:ext cx="5600000" cy="2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Times New Roman"/>
                <a:cs typeface="Times New Roman"/>
              </a:rPr>
              <a:t>MODULE 1 : </a:t>
            </a:r>
            <a:r>
              <a:rPr sz="3000" b="1" i="0">
                <a:solidFill>
                  <a:srgbClr val="C00000"/>
                </a:solidFill>
                <a:latin typeface="Times New Roman"/>
                <a:cs typeface="Times New Roman"/>
              </a:rPr>
              <a:t>Data Collection, Cleaning &amp; Data Warehousing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426" y="1450000"/>
            <a:ext cx="1083514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Times New Roman"/>
                <a:cs typeface="Times New Roman"/>
              </a:rPr>
              <a:t>MODULE 1 – Data Collection, Cleaning &amp; Data Warehousing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0" y="2250000"/>
            <a:ext cx="92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Collects sales, customer and product data from CSV files, POS systems and databases.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Removes duplicates, handles missing values and corrects inconsistent entries.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Applies the ETL process: extraction, transformation and loading.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Designs a star schema with a sales fact table and dimension tables.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Dimensions include Time, Product, Customer and Region.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Stores integrated, historical data in the data warehouse.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2480" y="1550000"/>
            <a:ext cx="109016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 b="1" i="0">
                <a:solidFill>
                  <a:srgbClr val="C00000"/>
                </a:solidFill>
                <a:latin typeface="Times New Roman"/>
                <a:cs typeface="Times New Roman"/>
              </a:rPr>
              <a:t>Objective: </a:t>
            </a: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To collect, clean and integrate sales data into a star-schema data warehouse that acts as a reliable single source for analysis.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0" y="2850000"/>
          <a:ext cx="9192000" cy="284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 Collection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Gather sales, product and customer data from sources.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Consolidate raw data into a staging area.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 Cleaning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Remove duplicates and fix missing or wrong values.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Standardize formats and validate data quality.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ETL Process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Transform data into analysis-ready form.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Load it into the warehouse on a schedule.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Warehouse Design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Build a star schema with fact and dimension tables.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Maintain historical data for analysis.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050000" y="2000000"/>
            <a:ext cx="3500000" cy="3500000"/>
          </a:xfrm>
          <a:prstGeom prst="ellipse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000" y="2925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7120" y="2700000"/>
            <a:ext cx="5600000" cy="2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Times New Roman"/>
                <a:cs typeface="Times New Roman"/>
              </a:rPr>
              <a:t>MODULE 2 : </a:t>
            </a:r>
            <a:r>
              <a:rPr sz="3000" b="1" i="0">
                <a:solidFill>
                  <a:srgbClr val="C00000"/>
                </a:solidFill>
                <a:latin typeface="Times New Roman"/>
                <a:cs typeface="Times New Roman"/>
              </a:rPr>
              <a:t>Sales Analysis &amp; Business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426" y="1450000"/>
            <a:ext cx="1083514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Times New Roman"/>
                <a:cs typeface="Times New Roman"/>
              </a:rPr>
              <a:t>MODULE 2 – Sales Analysis &amp; 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0" y="2250000"/>
            <a:ext cx="92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Builds OLAP cubes over time, product, region and customer dimensions.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Supports roll-up, drill-down, slice, dice and pivot operations.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Reports sales, revenue, profit and growth KPIs.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Identifies top-selling products, best regions and seasonal trends.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Presents results through interactive dashboards and charts.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Helps managers make quick, informed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2480" y="1550000"/>
            <a:ext cx="109016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 b="1" i="0">
                <a:solidFill>
                  <a:srgbClr val="C00000"/>
                </a:solidFill>
                <a:latin typeface="Times New Roman"/>
                <a:cs typeface="Times New Roman"/>
              </a:rPr>
              <a:t>Objective: </a:t>
            </a: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To analyse sales from multiple perspectives using OLAP and present clear insights through BI dashboards.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0" y="2850000"/>
          <a:ext cx="9192000" cy="284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OLAP Cube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Create a multidimensional cube of sales measures.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Aggregate by month, quarter and year.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OLAP Operations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Roll-up and drill-down across levels.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Slice and dice for focused views.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KPI Reporting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Track revenue, profit, units sold and growth.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Compare periods, products and regions.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Dashboards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Visualize trends with charts and tables.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Share insights with decision makers.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050000" y="2000000"/>
            <a:ext cx="3500000" cy="3500000"/>
          </a:xfrm>
          <a:prstGeom prst="ellipse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000" y="2925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7120" y="2700000"/>
            <a:ext cx="5600000" cy="2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Times New Roman"/>
                <a:cs typeface="Times New Roman"/>
              </a:rPr>
              <a:t>MODULE 3 : </a:t>
            </a:r>
            <a:r>
              <a:rPr sz="3000" b="1" i="0">
                <a:solidFill>
                  <a:srgbClr val="C00000"/>
                </a:solidFill>
                <a:latin typeface="Times New Roman"/>
                <a:cs typeface="Times New Roman"/>
              </a:rPr>
              <a:t>Sales Forecasting and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426" y="1450000"/>
            <a:ext cx="1083514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Times New Roman"/>
                <a:cs typeface="Times New Roman"/>
              </a:rPr>
              <a:t>MODULE 3 – Sales Forecasting and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0" y="2250000"/>
            <a:ext cx="92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Uses historical sales from the data warehouse as input.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Prepares time-series data with trend and seasonality features.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Applies models such as moving average, regression and ARIMA.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Forecasts monthly and product-wise future sales.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Evaluates accuracy using MAE, RMSE and MAPE.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Supports inventory planning and target setting.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2480" y="1550000"/>
            <a:ext cx="109016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 b="1" i="0">
                <a:solidFill>
                  <a:srgbClr val="C00000"/>
                </a:solidFill>
                <a:latin typeface="Times New Roman"/>
                <a:cs typeface="Times New Roman"/>
              </a:rPr>
              <a:t>Objective: </a:t>
            </a: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To predict future sales accurately using predictive analytics for better planning and stock decisions.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0" y="2850000"/>
          <a:ext cx="9192000" cy="284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Data Preparation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Aggregate historical sales into a time series.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Extract trend, seasonality and lag features.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Model Building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Train regression and time-series models.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Select the best model by validation.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Forecasting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Predict future sales by month and product.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Compare forecast against actual sales.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Evaluation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Measure accuracy using MAE, RMSE and MAPE.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Tune models to improve results.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050000" y="2000000"/>
            <a:ext cx="3500000" cy="3500000"/>
          </a:xfrm>
          <a:prstGeom prst="ellipse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000" y="2925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7120" y="2700000"/>
            <a:ext cx="5600000" cy="2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Times New Roman"/>
                <a:cs typeface="Times New Roman"/>
              </a:rPr>
              <a:t>MODULE 4 : </a:t>
            </a:r>
            <a:r>
              <a:rPr sz="3000" b="1" i="0">
                <a:solidFill>
                  <a:srgbClr val="C00000"/>
                </a:solidFill>
                <a:latin typeface="Times New Roman"/>
                <a:cs typeface="Times New Roman"/>
              </a:rPr>
              <a:t>Cross-Selling and Association Rule Mining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426" y="1450000"/>
            <a:ext cx="1083514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Times New Roman"/>
                <a:cs typeface="Times New Roman"/>
              </a:rPr>
              <a:t>MODULE 4 – Cross-Selling and Association Rule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0" y="2250000"/>
            <a:ext cx="92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Treats each customer bill as a transaction of items.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Finds frequent itemsets using Apriori / FP-Growth.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Generates association rules such as {Bread} → {Butter}.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Evaluates rules using support, confidence and lift.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Recommends product bundles and cross-sell offers.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200" b="0" i="0">
                <a:solidFill>
                  <a:srgbClr val="000000"/>
                </a:solidFill>
                <a:latin typeface="Times New Roman"/>
                <a:cs typeface="Times New Roman"/>
              </a:rPr>
              <a:t>Helps increase basket size and revenue.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2480" y="1550000"/>
            <a:ext cx="109016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 b="1" i="0">
                <a:solidFill>
                  <a:srgbClr val="C00000"/>
                </a:solidFill>
                <a:latin typeface="Times New Roman"/>
                <a:cs typeface="Times New Roman"/>
              </a:rPr>
              <a:t>Objective: </a:t>
            </a: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To discover products frequently bought together and use the rules to drive cross-selling.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0" y="2850000"/>
          <a:ext cx="9192000" cy="284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Transaction Data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Convert sales bills into itemset transactions.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Set minimum support and confidence.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Frequent Patterns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Mine frequent itemsets with Apriori / FP-Growth.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Prune infrequent items.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Rule Generation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Create rules and measure support, confidence, lift.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Keep only strong rules.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Recommendations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Suggest bundles and cross-sell offers.</a:t>
                      </a:r>
                    </a:p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Support promotions and shelf placement.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1203</Words>
  <Application>Microsoft Office PowerPoint</Application>
  <PresentationFormat>Widescreen</PresentationFormat>
  <Paragraphs>153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Nikhitha Pittam</dc:creator>
  <cp:lastModifiedBy>DEEPIKA DEEPIKA</cp:lastModifiedBy>
  <cp:revision>7</cp:revision>
  <dcterms:created xsi:type="dcterms:W3CDTF">2026-07-30T09:01:12Z</dcterms:created>
  <dcterms:modified xsi:type="dcterms:W3CDTF">2026-10-14T06:53:39Z</dcterms:modified>
</cp:coreProperties>
</file>